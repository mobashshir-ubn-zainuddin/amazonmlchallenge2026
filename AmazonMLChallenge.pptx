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0804" cy="9258300"/>
          </a:xfrm>
          <a:custGeom>
            <a:avLst/>
            <a:gdLst/>
            <a:ahLst/>
            <a:cxnLst/>
            <a:rect r="r" b="b" t="t" l="l"/>
            <a:pathLst>
              <a:path h="9258300" w="18270804">
                <a:moveTo>
                  <a:pt x="0" y="0"/>
                </a:moveTo>
                <a:lnTo>
                  <a:pt x="18270804" y="0"/>
                </a:lnTo>
                <a:lnTo>
                  <a:pt x="1827080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17676" y="316805"/>
            <a:ext cx="14598064" cy="9887341"/>
          </a:xfrm>
          <a:custGeom>
            <a:avLst/>
            <a:gdLst/>
            <a:ahLst/>
            <a:cxnLst/>
            <a:rect r="r" b="b" t="t" l="l"/>
            <a:pathLst>
              <a:path h="9887341" w="14598064">
                <a:moveTo>
                  <a:pt x="0" y="0"/>
                </a:moveTo>
                <a:lnTo>
                  <a:pt x="14598064" y="0"/>
                </a:lnTo>
                <a:lnTo>
                  <a:pt x="14598064" y="9887341"/>
                </a:lnTo>
                <a:lnTo>
                  <a:pt x="0" y="9887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71837"/>
            <a:ext cx="18288000" cy="9743326"/>
          </a:xfrm>
          <a:custGeom>
            <a:avLst/>
            <a:gdLst/>
            <a:ahLst/>
            <a:cxnLst/>
            <a:rect r="r" b="b" t="t" l="l"/>
            <a:pathLst>
              <a:path h="9743326" w="18288000">
                <a:moveTo>
                  <a:pt x="0" y="0"/>
                </a:moveTo>
                <a:lnTo>
                  <a:pt x="18288000" y="0"/>
                </a:lnTo>
                <a:lnTo>
                  <a:pt x="18288000" y="9743326"/>
                </a:lnTo>
                <a:lnTo>
                  <a:pt x="0" y="97433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643" y="237826"/>
            <a:ext cx="18226357" cy="9844642"/>
          </a:xfrm>
          <a:custGeom>
            <a:avLst/>
            <a:gdLst/>
            <a:ahLst/>
            <a:cxnLst/>
            <a:rect r="r" b="b" t="t" l="l"/>
            <a:pathLst>
              <a:path h="9844642" w="18226357">
                <a:moveTo>
                  <a:pt x="0" y="0"/>
                </a:moveTo>
                <a:lnTo>
                  <a:pt x="18226357" y="0"/>
                </a:lnTo>
                <a:lnTo>
                  <a:pt x="18226357" y="9844643"/>
                </a:lnTo>
                <a:lnTo>
                  <a:pt x="0" y="9844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01276"/>
            <a:ext cx="18288000" cy="8284448"/>
          </a:xfrm>
          <a:custGeom>
            <a:avLst/>
            <a:gdLst/>
            <a:ahLst/>
            <a:cxnLst/>
            <a:rect r="r" b="b" t="t" l="l"/>
            <a:pathLst>
              <a:path h="8284448" w="18288000">
                <a:moveTo>
                  <a:pt x="0" y="0"/>
                </a:moveTo>
                <a:lnTo>
                  <a:pt x="18288000" y="0"/>
                </a:lnTo>
                <a:lnTo>
                  <a:pt x="18288000" y="8284448"/>
                </a:lnTo>
                <a:lnTo>
                  <a:pt x="0" y="82844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05399"/>
            <a:ext cx="18405758" cy="9939795"/>
          </a:xfrm>
          <a:custGeom>
            <a:avLst/>
            <a:gdLst/>
            <a:ahLst/>
            <a:cxnLst/>
            <a:rect r="r" b="b" t="t" l="l"/>
            <a:pathLst>
              <a:path h="9939795" w="18405758">
                <a:moveTo>
                  <a:pt x="0" y="0"/>
                </a:moveTo>
                <a:lnTo>
                  <a:pt x="18405758" y="0"/>
                </a:lnTo>
                <a:lnTo>
                  <a:pt x="18405758" y="9939795"/>
                </a:lnTo>
                <a:lnTo>
                  <a:pt x="0" y="9939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783649"/>
            <a:ext cx="18288000" cy="6719701"/>
          </a:xfrm>
          <a:custGeom>
            <a:avLst/>
            <a:gdLst/>
            <a:ahLst/>
            <a:cxnLst/>
            <a:rect r="r" b="b" t="t" l="l"/>
            <a:pathLst>
              <a:path h="6719701" w="18288000">
                <a:moveTo>
                  <a:pt x="0" y="0"/>
                </a:moveTo>
                <a:lnTo>
                  <a:pt x="18288000" y="0"/>
                </a:lnTo>
                <a:lnTo>
                  <a:pt x="18288000" y="6719702"/>
                </a:lnTo>
                <a:lnTo>
                  <a:pt x="0" y="6719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61232"/>
            <a:ext cx="18288000" cy="7164536"/>
          </a:xfrm>
          <a:custGeom>
            <a:avLst/>
            <a:gdLst/>
            <a:ahLst/>
            <a:cxnLst/>
            <a:rect r="r" b="b" t="t" l="l"/>
            <a:pathLst>
              <a:path h="7164536" w="18288000">
                <a:moveTo>
                  <a:pt x="0" y="0"/>
                </a:moveTo>
                <a:lnTo>
                  <a:pt x="18288000" y="0"/>
                </a:lnTo>
                <a:lnTo>
                  <a:pt x="18288000" y="7164536"/>
                </a:lnTo>
                <a:lnTo>
                  <a:pt x="0" y="716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52924"/>
            <a:ext cx="18288000" cy="7181152"/>
          </a:xfrm>
          <a:custGeom>
            <a:avLst/>
            <a:gdLst/>
            <a:ahLst/>
            <a:cxnLst/>
            <a:rect r="r" b="b" t="t" l="l"/>
            <a:pathLst>
              <a:path h="7181152" w="18288000">
                <a:moveTo>
                  <a:pt x="0" y="0"/>
                </a:moveTo>
                <a:lnTo>
                  <a:pt x="18288000" y="0"/>
                </a:lnTo>
                <a:lnTo>
                  <a:pt x="18288000" y="7181152"/>
                </a:lnTo>
                <a:lnTo>
                  <a:pt x="0" y="7181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DAHWMUw3Lcc</dc:identifier>
  <dcterms:modified xsi:type="dcterms:W3CDTF">2011-08-01T06:04:30Z</dcterms:modified>
  <cp:revision>1</cp:revision>
</cp:coreProperties>
</file>